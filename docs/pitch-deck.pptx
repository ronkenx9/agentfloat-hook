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to PDF:
marp ~/Documents/vibecoding/agentfloat-hook/docs/pitch-deck.md -o pitch-deck.pdf
Compile to PPTX:
marp ~/Documents/vibecoding/agentfloat-hook/docs/pitch-deck.md -o pitch-deck.pptx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AgentFloat</dc:title>
  <dc:subject>Pitch deck for AgentFloat, a Uniswap v4 yield-routing hook on X Layer.</dc:subject>
  <dc:creator>Created by Marp</dc:creator>
  <cp:lastModifiedBy>Created by Marp</cp:lastModifiedBy>
  <cp:revision>1</cp:revision>
  <dcterms:created xsi:type="dcterms:W3CDTF">2026-05-28T15:27:35Z</dcterms:created>
  <dcterms:modified xsi:type="dcterms:W3CDTF">2026-05-28T15:27:35Z</dcterms:modified>
</cp:coreProperties>
</file>